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per Month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2023-01</c:v>
                  </c:pt>
                  <c:pt idx="1">
                    <c:v>2023-02</c:v>
                  </c:pt>
                  <c:pt idx="2">
                    <c:v>2023-03</c:v>
                  </c:pt>
                  <c:pt idx="3">
                    <c:v>2023-04</c:v>
                  </c:pt>
                  <c:pt idx="4">
                    <c:v>2023-05</c:v>
                  </c:pt>
                  <c:pt idx="5">
                    <c:v>2023-06</c:v>
                  </c:pt>
                  <c:pt idx="6">
                    <c:v>2023-07</c:v>
                  </c:pt>
                  <c:pt idx="7">
                    <c:v>2023-08</c:v>
                  </c:pt>
                  <c:pt idx="8">
                    <c:v>2023-09</c:v>
                  </c:pt>
                  <c:pt idx="9">
                    <c:v>2023-10</c:v>
                  </c:pt>
                  <c:pt idx="10">
                    <c:v>2023-11</c:v>
                  </c:pt>
                  <c:pt idx="11">
                    <c:v>2023-12</c:v>
                  </c:pt>
                  <c:pt idx="12">
                    <c:v>2024-01</c:v>
                  </c:pt>
                  <c:pt idx="13">
                    <c:v>2024-02</c:v>
                  </c:pt>
                  <c:pt idx="14">
                    <c:v>2024-03</c:v>
                  </c:pt>
                  <c:pt idx="15">
                    <c:v>2024-04</c:v>
                  </c:pt>
                  <c:pt idx="16">
                    <c:v>2024-05</c:v>
                  </c:pt>
                  <c:pt idx="17">
                    <c:v>2024-06</c:v>
                  </c:pt>
                  <c:pt idx="18">
                    <c:v>2024-07</c:v>
                  </c:pt>
                  <c:pt idx="19">
                    <c:v>2024-08</c:v>
                  </c:pt>
                  <c:pt idx="20">
                    <c:v>2024-09</c:v>
                  </c:pt>
                  <c:pt idx="21">
                    <c:v>2024-10</c:v>
                  </c:pt>
                  <c:pt idx="22">
                    <c:v>2024-11</c:v>
                  </c:pt>
                  <c:pt idx="23">
                    <c:v>2024-12</c:v>
                  </c:pt>
                  <c:pt idx="24">
                    <c:v>2025-01</c:v>
                  </c:pt>
                  <c:pt idx="25">
                    <c:v>2025-02</c:v>
                  </c:pt>
                  <c:pt idx="26">
                    <c:v>2025-03</c:v>
                  </c:pt>
                  <c:pt idx="27">
                    <c:v>2025-04</c:v>
                  </c:pt>
                  <c:pt idx="28">
                    <c:v>2025-05</c:v>
                  </c:pt>
                  <c:pt idx="29">
                    <c:v>2025-06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47</c:v>
                </c:pt>
                <c:pt idx="1">
                  <c:v>37</c:v>
                </c:pt>
                <c:pt idx="2">
                  <c:v>43</c:v>
                </c:pt>
                <c:pt idx="3">
                  <c:v>31</c:v>
                </c:pt>
                <c:pt idx="4">
                  <c:v>49</c:v>
                </c:pt>
                <c:pt idx="5">
                  <c:v>45</c:v>
                </c:pt>
                <c:pt idx="6">
                  <c:v>44</c:v>
                </c:pt>
                <c:pt idx="7">
                  <c:v>51</c:v>
                </c:pt>
                <c:pt idx="8">
                  <c:v>29</c:v>
                </c:pt>
                <c:pt idx="9">
                  <c:v>47</c:v>
                </c:pt>
                <c:pt idx="10">
                  <c:v>41</c:v>
                </c:pt>
                <c:pt idx="11">
                  <c:v>46</c:v>
                </c:pt>
                <c:pt idx="12">
                  <c:v>32</c:v>
                </c:pt>
                <c:pt idx="13">
                  <c:v>32</c:v>
                </c:pt>
                <c:pt idx="14">
                  <c:v>36</c:v>
                </c:pt>
                <c:pt idx="15">
                  <c:v>50</c:v>
                </c:pt>
                <c:pt idx="16">
                  <c:v>34</c:v>
                </c:pt>
                <c:pt idx="17">
                  <c:v>53</c:v>
                </c:pt>
                <c:pt idx="18">
                  <c:v>43</c:v>
                </c:pt>
                <c:pt idx="19">
                  <c:v>28</c:v>
                </c:pt>
                <c:pt idx="20">
                  <c:v>44</c:v>
                </c:pt>
                <c:pt idx="21">
                  <c:v>31</c:v>
                </c:pt>
                <c:pt idx="22">
                  <c:v>35</c:v>
                </c:pt>
                <c:pt idx="23">
                  <c:v>41</c:v>
                </c:pt>
                <c:pt idx="24">
                  <c:v>27</c:v>
                </c:pt>
                <c:pt idx="25">
                  <c:v>37</c:v>
                </c:pt>
                <c:pt idx="26">
                  <c:v>49</c:v>
                </c:pt>
                <c:pt idx="27">
                  <c:v>32</c:v>
                </c:pt>
                <c:pt idx="28">
                  <c:v>37</c:v>
                </c:pt>
                <c:pt idx="29">
                  <c:v>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5400000"/>
          <a:lstStyle/>
          <a:p>
            <a:pPr>
              <a:defRPr sz="700" b="0" i="0" u="none" strike="noStrike">
                <a:solidFill>
                  <a:srgbClr val="5B64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E7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</c:v>
                </c:pt>
              </c:strCache>
            </c:strRef>
          </c:tx>
          <c:spPr>
            <a:solidFill>
              <a:srgbClr val="F254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54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5C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5C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Cancelled</c:v>
                  </c:pt>
                  <c:pt idx="1">
                    <c:v>Pending</c:v>
                  </c:pt>
                  <c:pt idx="2">
                    <c:v>Delivered</c:v>
                  </c:pt>
                  <c:pt idx="3">
                    <c:v>Shipped</c:v>
                  </c:pt>
                  <c:pt idx="4">
                    <c:v>Returned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1105.58</c:v>
                </c:pt>
                <c:pt idx="1">
                  <c:v>1081.55</c:v>
                </c:pt>
                <c:pt idx="2">
                  <c:v>1050.22</c:v>
                </c:pt>
                <c:pt idx="3">
                  <c:v>1047.49</c:v>
                </c:pt>
                <c:pt idx="4">
                  <c:v>984.93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7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(&lt;₹500)</c:v>
                </c:pt>
              </c:strCache>
            </c:strRef>
          </c:tx>
          <c:spPr>
            <a:solidFill>
              <a:srgbClr val="9AA5C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All Orders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 (₹500-1499)</c:v>
                </c:pt>
              </c:strCache>
            </c:strRef>
          </c:tx>
          <c:spPr>
            <a:solidFill>
              <a:srgbClr val="F2545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All Orders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41.2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(₹1500+)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All Orders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26.8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5C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5C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5C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5C7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Chair</c:v>
                  </c:pt>
                  <c:pt idx="1">
                    <c:v>Printer</c:v>
                  </c:pt>
                  <c:pt idx="2">
                    <c:v>Laptop</c:v>
                  </c:pt>
                  <c:pt idx="3">
                    <c:v>Tablet</c:v>
                  </c:pt>
                  <c:pt idx="4">
                    <c:v>Monitor</c:v>
                  </c:pt>
                  <c:pt idx="5">
                    <c:v>Desk</c:v>
                  </c:pt>
                  <c:pt idx="6">
                    <c:v>Phone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195620</c:v>
                </c:pt>
                <c:pt idx="1">
                  <c:v>195613</c:v>
                </c:pt>
                <c:pt idx="2">
                  <c:v>192127</c:v>
                </c:pt>
                <c:pt idx="3">
                  <c:v>186569</c:v>
                </c:pt>
                <c:pt idx="4">
                  <c:v>175651</c:v>
                </c:pt>
                <c:pt idx="5">
                  <c:v>167460</c:v>
                </c:pt>
                <c:pt idx="6">
                  <c:v>151722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7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Performance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Story, Not Just a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Data Analytics Internship  |  Project 4: Data Visualization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Bathriprasanth K  |  1,200 orders, Jan 2023 - Jun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volume has held steady for 30 straight months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27-53 orders/month, no seasonal spike or collapse across the full 30-month window.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Cleaned order data (Project 1), n = 1,200. Axis begins at zero.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Cancelled orders are our highest-value orders on average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 average ₹1,105.58 - more revenue at risk per cancellation than any fulfilled order type.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Cleaned order data (Project 1), grouped by OrderStatus. Axis begins at zero.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Mid-tier orders are the volume backbone of the business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97280" y="1737360"/>
          <a:ext cx="9966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 of 1,200 orders (41.2%) fall in the ₹500-1,499 band - the segment marketing and inventory should be built around.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Cleaned order data (Project 1), TotalPrice tiered into 3 bands, n = 1,200.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product dominates - revenue is spread across all 7 categories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64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(15.5%) and Printer (15.5%) lead by a margin of just ₹7 in total revenue - a near-perfect tie.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Cleaned order data (Project 1), grouped by Product. Axis begins at zero.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to convert this data into revenue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27306B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cancellations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Cancelled orders skew high-value; a targeted save/retry flow protects the most revenue per order.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27306B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17720" y="2697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Mid-tier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4290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orders sit in the ₹500-1,499 band - align inventory and campaigns to this segment first.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27306B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2148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0" y="26974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over-indexing on 1 SKU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342900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Chair and Printer nearly tied, diversify marketing spend across the top 3 products instead of picking one 'hero' product.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volume + at-risk cancellations = the clearest lever for near-term revenue growth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606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1,105.58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value of a Cancelled order (Rs)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3774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2606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41.2%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1772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orders sit in the Mid-value tier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3774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1040" y="26060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0.004%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1248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gap between the top 2 products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hand the Cancelled-order investigation to the retention team this sprint.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DecodeLabs Data Analytics Internship  |  Project 4: Data Visualization  |  Bathriprasanth 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4 - Data Visualization - E-Commerce Performance Review</dc:title>
  <dc:subject>PptxGenJS Presentation</dc:subject>
  <dc:creator>Bathriprasanth K</dc:creator>
  <cp:lastModifiedBy>Bathriprasanth K</cp:lastModifiedBy>
  <cp:revision>1</cp:revision>
  <dcterms:created xsi:type="dcterms:W3CDTF">2026-07-03T06:42:44Z</dcterms:created>
  <dcterms:modified xsi:type="dcterms:W3CDTF">2026-07-03T06:42:44Z</dcterms:modified>
</cp:coreProperties>
</file>